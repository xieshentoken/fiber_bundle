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slide value 12 watts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watts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4572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